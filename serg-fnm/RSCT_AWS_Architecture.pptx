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RSCT Safe External Reasoning Gateway (SERG)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Client-Owned AWS Deployment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Fannie Mae AWS Account</a:t>
            </a:r>
          </a:p>
          <a:p>
            <a:r>
              <a:t>Private VPC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2286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RSCT Certifier</a:t>
            </a:r>
          </a:p>
          <a:p>
            <a:r>
              <a:t>(ECS Fargate)</a:t>
            </a:r>
          </a:p>
          <a:p>
            <a:r>
              <a:t>No outbound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286000"/>
            <a:ext cx="2286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Compatibility Gate</a:t>
            </a:r>
          </a:p>
          <a:p>
            <a:r>
              <a:t>Allow / Loop / Block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286000"/>
            <a:ext cx="18288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Executor</a:t>
            </a:r>
          </a:p>
          <a:p>
            <a:r>
              <a:t>Outbound Safe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84048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Encrypted S3</a:t>
            </a:r>
          </a:p>
          <a:p>
            <a:r>
              <a:t>Certs / Audit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84048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IAM Roles</a:t>
            </a:r>
          </a:p>
          <a:p>
            <a:r>
              <a:t>Certifier / Executor / Audit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84048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KMS</a:t>
            </a:r>
          </a:p>
          <a:p>
            <a:r>
              <a:t>Encryption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54864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Bedrock</a:t>
            </a:r>
          </a:p>
          <a:p>
            <a:r>
              <a:t>(VPC Endpoint)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</Words>
  <Application>Microsoft Office PowerPoint</Application>
  <PresentationFormat>On-screen Show (4:3)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Rudolph Martin</dc:creator>
  <cp:keywords/>
  <dc:description>generated using python-pptx</dc:description>
  <cp:lastModifiedBy>Rudolph Martin</cp:lastModifiedBy>
  <cp:revision>1</cp:revision>
  <dcterms:created xsi:type="dcterms:W3CDTF">2013-01-27T09:14:16Z</dcterms:created>
  <dcterms:modified xsi:type="dcterms:W3CDTF">2026-02-19T16:58:17Z</dcterms:modified>
  <cp:category/>
</cp:coreProperties>
</file>